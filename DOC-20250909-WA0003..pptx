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20"/>
    <p:restoredTop sz="94660"/>
  </p:normalViewPr>
  <p:slideViewPr>
    <p:cSldViewPr>
      <p:cViewPr>
        <p:scale>
          <a:sx n="33" d="100"/>
          <a:sy n="33" d="100"/>
        </p:scale>
        <p:origin x="629" y="11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104870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0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9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69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70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0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70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219200" y="229174"/>
            <a:ext cx="7629525" cy="10579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 u="sng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1219200" y="2953148"/>
            <a:ext cx="9904982" cy="2567940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b="1" dirty="0" sz="2800" i="1" lang="en-US"/>
              <a:t>STUDENT NAME               </a:t>
            </a:r>
            <a:r>
              <a:rPr dirty="0" sz="2800" lang="en-US"/>
              <a:t>:  Kirthiga V</a:t>
            </a:r>
          </a:p>
          <a:p>
            <a:r>
              <a:rPr b="1" dirty="0" sz="2800" i="1" lang="en-US"/>
              <a:t>REGISTER NO AND NMID</a:t>
            </a:r>
            <a:r>
              <a:rPr dirty="0" sz="2800" lang="en-US"/>
              <a:t>:  asunm1451222407497</a:t>
            </a:r>
            <a:endParaRPr dirty="0" sz="2800" lang="en-US">
              <a:cs typeface="Calibri"/>
            </a:endParaRPr>
          </a:p>
          <a:p>
            <a:r>
              <a:rPr b="1" dirty="0" sz="2800" i="1" lang="en-US"/>
              <a:t>DEPARTMENT</a:t>
            </a:r>
            <a:r>
              <a:rPr dirty="0" sz="2800" lang="en-US"/>
              <a:t>                    :  </a:t>
            </a:r>
            <a:r>
              <a:rPr dirty="0" sz="2800" lang="en-US" err="1"/>
              <a:t>B.Sc.Computer</a:t>
            </a:r>
            <a:r>
              <a:rPr dirty="0" sz="2800" lang="en-US"/>
              <a:t> Science</a:t>
            </a:r>
          </a:p>
          <a:p>
            <a:r>
              <a:rPr b="1" dirty="0" sz="2800" i="1" lang="en-US"/>
              <a:t>COLLEGE  </a:t>
            </a:r>
            <a:r>
              <a:rPr dirty="0" sz="2800" lang="en-US"/>
              <a:t>                           :  </a:t>
            </a:r>
            <a:r>
              <a:rPr dirty="0" sz="2800" lang="en-US" err="1"/>
              <a:t>Mahalashmi</a:t>
            </a:r>
            <a:r>
              <a:rPr dirty="0" sz="2800" lang="en-US"/>
              <a:t> Women’s College of Arts </a:t>
            </a:r>
          </a:p>
          <a:p>
            <a:r>
              <a:rPr dirty="0" sz="2800" lang="en-US"/>
              <a:t>                                                  and science(Madras University)</a:t>
            </a:r>
            <a:endParaRPr dirty="0" sz="28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-33338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4289425" cy="67069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r>
              <a:rPr dirty="0" sz="4250" lang="en-US" spc="25"/>
              <a:t> :</a:t>
            </a:r>
            <a:endParaRPr dirty="0"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  <p:sp>
        <p:nvSpPr>
          <p:cNvPr id="1048626" name="TextBox 22"/>
          <p:cNvSpPr txBox="1"/>
          <p:nvPr/>
        </p:nvSpPr>
        <p:spPr>
          <a:xfrm>
            <a:off x="3016914" y="2782639"/>
            <a:ext cx="5767231" cy="707886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4000" i="1" lang="en-US" u="sng">
                <a:latin typeface="Arial Rounded MT Bold" panose="020F0704030504030204" pitchFamily="34" charset="0"/>
              </a:rPr>
              <a:t>DIGITAL</a:t>
            </a:r>
            <a:r>
              <a:rPr b="1" dirty="0" sz="4000" i="1" lang="en-US" u="sng">
                <a:latin typeface="Arial Black" panose="020B0A04020102020204" pitchFamily="34" charset="0"/>
              </a:rPr>
              <a:t> </a:t>
            </a:r>
            <a:r>
              <a:rPr b="1" dirty="0" sz="4000" i="1" lang="en-US" u="sng">
                <a:latin typeface="Arial Rounded MT Bold" panose="020F0704030504030204" pitchFamily="34" charset="0"/>
              </a:rPr>
              <a:t>PORTFOLIO</a:t>
            </a:r>
            <a:endParaRPr b="1" dirty="0" sz="4000" i="1" lang="en-IN" u="sng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object 2"/>
          <p:cNvSpPr/>
          <p:nvPr/>
        </p:nvSpPr>
        <p:spPr>
          <a:xfrm>
            <a:off x="0" y="28578"/>
            <a:ext cx="12144375" cy="6807485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65204" y="-33659"/>
            <a:ext cx="4752975" cy="6863080"/>
            <a:chOff x="7443849" y="0"/>
            <a:chExt cx="4752975" cy="6863080"/>
          </a:xfrm>
        </p:grpSpPr>
        <p:sp>
          <p:nvSpPr>
            <p:cNvPr id="1048628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0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6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7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8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9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40" name="object 16"/>
          <p:cNvSpPr/>
          <p:nvPr/>
        </p:nvSpPr>
        <p:spPr>
          <a:xfrm>
            <a:off x="10979450" y="5110162"/>
            <a:ext cx="652617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>
            <a:endParaRPr dirty="0"/>
          </a:p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838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2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3" name="TextBox 22"/>
          <p:cNvSpPr txBox="1"/>
          <p:nvPr/>
        </p:nvSpPr>
        <p:spPr>
          <a:xfrm>
            <a:off x="3252725" y="1125335"/>
            <a:ext cx="5190772" cy="5819140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30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Overview</a:t>
            </a: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End Users</a:t>
            </a:r>
          </a:p>
          <a:p>
            <a:pPr algn="l">
              <a:buFont typeface="+mj-lt"/>
              <a:buAutoNum type="arabicPeriod"/>
            </a:pPr>
            <a:r>
              <a:rPr dirty="0" sz="30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 and Technologies</a:t>
            </a:r>
            <a:endParaRPr b="0" dirty="0" sz="30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30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and Functionality</a:t>
            </a:r>
            <a:endParaRPr b="0" dirty="0" sz="30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</a:t>
            </a:r>
            <a:r>
              <a:rPr dirty="0" sz="30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30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0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 algn="l">
              <a:buFont typeface="+mj-lt"/>
              <a:buAutoNum type="arabicPeriod"/>
            </a:pPr>
            <a:r>
              <a:rPr dirty="0" sz="30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0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30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30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30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8591168" y="2916115"/>
            <a:ext cx="2762250" cy="3257550"/>
            <a:chOff x="7991475" y="2933700"/>
            <a:chExt cx="2762250" cy="3257550"/>
          </a:xfrm>
        </p:grpSpPr>
        <p:sp>
          <p:nvSpPr>
            <p:cNvPr id="1048644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5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6" name="object 6"/>
          <p:cNvSpPr/>
          <p:nvPr/>
        </p:nvSpPr>
        <p:spPr>
          <a:xfrm>
            <a:off x="8015538" y="994174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7" name="object 7"/>
          <p:cNvSpPr txBox="1">
            <a:spLocks noGrp="1"/>
          </p:cNvSpPr>
          <p:nvPr>
            <p:ph type="title"/>
          </p:nvPr>
        </p:nvSpPr>
        <p:spPr>
          <a:xfrm>
            <a:off x="704349" y="685800"/>
            <a:ext cx="5882056" cy="7150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000" spc="-20"/>
              <a:t>P</a:t>
            </a:r>
            <a:r>
              <a:rPr dirty="0" sz="4000" spc="15"/>
              <a:t>ROB</a:t>
            </a:r>
            <a:r>
              <a:rPr dirty="0" sz="4000" spc="55"/>
              <a:t>L</a:t>
            </a:r>
            <a:r>
              <a:rPr dirty="0" sz="4000" spc="-20"/>
              <a:t>E</a:t>
            </a:r>
            <a:r>
              <a:rPr dirty="0" sz="4000" spc="20"/>
              <a:t>M</a:t>
            </a:r>
            <a:r>
              <a:rPr dirty="0" sz="4000"/>
              <a:t>	</a:t>
            </a:r>
            <a:r>
              <a:rPr dirty="0" sz="4000" spc="10"/>
              <a:t>S</a:t>
            </a:r>
            <a:r>
              <a:rPr dirty="0" sz="4000" spc="-370"/>
              <a:t>T</a:t>
            </a:r>
            <a:r>
              <a:rPr dirty="0" sz="4000" spc="-375"/>
              <a:t>A</a:t>
            </a:r>
            <a:r>
              <a:rPr dirty="0" sz="4000" lang="en-US" spc="-375"/>
              <a:t>TE</a:t>
            </a:r>
            <a:r>
              <a:rPr dirty="0" sz="4000" spc="-20"/>
              <a:t>ME</a:t>
            </a:r>
            <a:r>
              <a:rPr dirty="0" sz="4000" spc="10"/>
              <a:t>NT</a:t>
            </a:r>
            <a:endParaRPr dirty="0" sz="400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8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649" name="TextBox 11"/>
          <p:cNvSpPr txBox="1"/>
          <p:nvPr/>
        </p:nvSpPr>
        <p:spPr>
          <a:xfrm>
            <a:off x="676275" y="1801768"/>
            <a:ext cx="8305800" cy="5044440"/>
          </a:xfrm>
          <a:prstGeom prst="rect"/>
          <a:noFill/>
        </p:spPr>
        <p:txBody>
          <a:bodyPr wrap="square">
            <a:spAutoFit/>
          </a:bodyPr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Traditional resumes are static and lack interactivity.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No centralized platform to showcase projects, skills, and contact details professionally.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Need for a visually appealing, easy-to-access profile for recruiters and collaborators.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Resumes and CVs are static and fail to demonstrate technical creativity.</a:t>
            </a:r>
            <a:endParaRPr dirty="0" sz="2800"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50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51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2" name="object 6"/>
          <p:cNvSpPr/>
          <p:nvPr/>
        </p:nvSpPr>
        <p:spPr>
          <a:xfrm>
            <a:off x="8277225" y="1328261"/>
            <a:ext cx="381000" cy="340042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3" name="object 7"/>
          <p:cNvSpPr txBox="1">
            <a:spLocks noGrp="1"/>
          </p:cNvSpPr>
          <p:nvPr>
            <p:ph type="title"/>
          </p:nvPr>
        </p:nvSpPr>
        <p:spPr>
          <a:xfrm>
            <a:off x="990600" y="612755"/>
            <a:ext cx="5263515" cy="71500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000" spc="5"/>
              <a:t>PROJECT	</a:t>
            </a:r>
            <a:r>
              <a:rPr dirty="0" sz="4000" spc="-20"/>
              <a:t>OVERVIEW</a:t>
            </a:r>
            <a:endParaRPr dirty="0" sz="4000"/>
          </a:p>
        </p:txBody>
      </p:sp>
      <p:sp>
        <p:nvSpPr>
          <p:cNvPr id="1048654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655" name="TextBox 11"/>
          <p:cNvSpPr txBox="1"/>
          <p:nvPr/>
        </p:nvSpPr>
        <p:spPr>
          <a:xfrm>
            <a:off x="952500" y="1675745"/>
            <a:ext cx="8401050" cy="5044440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This project is a personal digital portfolio website built using HTML, CSS, and JavaScript. 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It serves as an online resume, highlighting personal details, technical skills, and projects in a clean and modern design.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The main objective is to help me in internships, placements, and competitions by professionally presenting my work.</a:t>
            </a:r>
            <a:endParaRPr dirty="0" sz="280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7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8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9" name="object 5"/>
          <p:cNvSpPr txBox="1">
            <a:spLocks noGrp="1"/>
          </p:cNvSpPr>
          <p:nvPr>
            <p:ph type="title"/>
          </p:nvPr>
        </p:nvSpPr>
        <p:spPr>
          <a:xfrm>
            <a:off x="990600" y="772120"/>
            <a:ext cx="6463348" cy="7150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0" spc="25"/>
              <a:t>W</a:t>
            </a:r>
            <a:r>
              <a:rPr dirty="0" sz="4000" spc="-20"/>
              <a:t>H</a:t>
            </a:r>
            <a:r>
              <a:rPr dirty="0" sz="4000" spc="20"/>
              <a:t>O</a:t>
            </a:r>
            <a:r>
              <a:rPr dirty="0" sz="4000" spc="-235"/>
              <a:t> </a:t>
            </a:r>
            <a:r>
              <a:rPr dirty="0" sz="4000" spc="-10"/>
              <a:t>AR</a:t>
            </a:r>
            <a:r>
              <a:rPr dirty="0" sz="4000" spc="15"/>
              <a:t>E</a:t>
            </a:r>
            <a:r>
              <a:rPr dirty="0" sz="4000" spc="-35"/>
              <a:t> </a:t>
            </a:r>
            <a:r>
              <a:rPr dirty="0" sz="4000" spc="-10"/>
              <a:t>T</a:t>
            </a:r>
            <a:r>
              <a:rPr dirty="0" sz="4000" spc="-15"/>
              <a:t>H</a:t>
            </a:r>
            <a:r>
              <a:rPr dirty="0" sz="4000" spc="15"/>
              <a:t>E</a:t>
            </a:r>
            <a:r>
              <a:rPr dirty="0" sz="4000" spc="-35"/>
              <a:t> </a:t>
            </a:r>
            <a:r>
              <a:rPr dirty="0" sz="4000" spc="-20"/>
              <a:t>E</a:t>
            </a:r>
            <a:r>
              <a:rPr dirty="0" sz="4000" spc="30"/>
              <a:t>N</a:t>
            </a:r>
            <a:r>
              <a:rPr dirty="0" sz="4000" spc="15"/>
              <a:t>D</a:t>
            </a:r>
            <a:r>
              <a:rPr dirty="0" sz="4000" spc="-45"/>
              <a:t> </a:t>
            </a:r>
            <a:r>
              <a:rPr dirty="0" sz="4000"/>
              <a:t>U</a:t>
            </a:r>
            <a:r>
              <a:rPr dirty="0" sz="4000" spc="10"/>
              <a:t>S</a:t>
            </a:r>
            <a:r>
              <a:rPr dirty="0" sz="4000" spc="-25"/>
              <a:t>E</a:t>
            </a:r>
            <a:r>
              <a:rPr dirty="0" sz="4000" spc="-10"/>
              <a:t>R</a:t>
            </a:r>
            <a:r>
              <a:rPr dirty="0" sz="4000" spc="5"/>
              <a:t>S?</a:t>
            </a:r>
            <a:endParaRPr dirty="0" sz="4000"/>
          </a:p>
        </p:txBody>
      </p:sp>
      <p:pic>
        <p:nvPicPr>
          <p:cNvPr id="2097161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60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sp>
        <p:nvSpPr>
          <p:cNvPr id="1048661" name="TextBox 6"/>
          <p:cNvSpPr txBox="1"/>
          <p:nvPr/>
        </p:nvSpPr>
        <p:spPr>
          <a:xfrm>
            <a:off x="1219200" y="2019300"/>
            <a:ext cx="8315325" cy="3444240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3280" lang="en-US"/>
              <a:t>Students &amp; Job Seekers – to showcase academic work and skills.</a:t>
            </a:r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3280" lang="en-US"/>
              <a:t>Recruiters &amp; Hiring Managers – to quickly evaluate a candidate’s profile.</a:t>
            </a:r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3280" lang="en-US"/>
              <a:t>Freelancers &amp; Clients – to present previous work samples.</a:t>
            </a:r>
            <a:endParaRPr dirty="0" sz="3280"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62" name="object 3"/>
          <p:cNvSpPr/>
          <p:nvPr/>
        </p:nvSpPr>
        <p:spPr>
          <a:xfrm>
            <a:off x="10321290" y="4154746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3" name="object 4"/>
          <p:cNvSpPr/>
          <p:nvPr/>
        </p:nvSpPr>
        <p:spPr>
          <a:xfrm>
            <a:off x="7620000" y="490855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>
            <a:endParaRPr dirty="0"/>
          </a:p>
        </p:txBody>
      </p:sp>
      <p:sp>
        <p:nvSpPr>
          <p:cNvPr id="1048664" name="object 5"/>
          <p:cNvSpPr/>
          <p:nvPr/>
        </p:nvSpPr>
        <p:spPr>
          <a:xfrm>
            <a:off x="9753600" y="5292091"/>
            <a:ext cx="250507" cy="223202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5" name="object 6"/>
          <p:cNvSpPr txBox="1">
            <a:spLocks noGrp="1"/>
          </p:cNvSpPr>
          <p:nvPr>
            <p:ph type="title"/>
          </p:nvPr>
        </p:nvSpPr>
        <p:spPr>
          <a:xfrm>
            <a:off x="457200" y="438313"/>
            <a:ext cx="9763125" cy="711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lang="en-IN" spc="10"/>
              <a:t>TOOLS AND TECHNIQUES</a:t>
            </a:r>
            <a:endParaRPr dirty="0" sz="4000"/>
          </a:p>
        </p:txBody>
      </p:sp>
      <p:pic>
        <p:nvPicPr>
          <p:cNvPr id="2097163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6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sp>
        <p:nvSpPr>
          <p:cNvPr id="1048667" name="TextBox 9"/>
          <p:cNvSpPr txBox="1"/>
          <p:nvPr/>
        </p:nvSpPr>
        <p:spPr>
          <a:xfrm>
            <a:off x="2695574" y="1600201"/>
            <a:ext cx="7058026" cy="5349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800" lang="en-IN"/>
              <a:t> Frontend  : HTML, CSS, JavaScript</a:t>
            </a:r>
          </a:p>
          <a:p>
            <a:endParaRPr dirty="0" sz="2800" lang="en-IN"/>
          </a:p>
          <a:p>
            <a:r>
              <a:rPr dirty="0" sz="2800" lang="en-IN"/>
              <a:t> HTML        :  Structure of the website</a:t>
            </a:r>
          </a:p>
          <a:p>
            <a:endParaRPr dirty="0" sz="2800" lang="en-IN"/>
          </a:p>
          <a:p>
            <a:r>
              <a:rPr dirty="0" sz="2800" lang="en-IN"/>
              <a:t> CSS            : Styling and layout</a:t>
            </a:r>
          </a:p>
          <a:p>
            <a:endParaRPr dirty="0" sz="2800" lang="en-IN"/>
          </a:p>
          <a:p>
            <a:r>
              <a:rPr dirty="0" sz="2800" lang="en-IN"/>
              <a:t> JavaScript : Adding interactivity and dynamic        </a:t>
            </a:r>
          </a:p>
          <a:p>
            <a:r>
              <a:rPr dirty="0" sz="2800" lang="en-IN"/>
              <a:t>                       </a:t>
            </a:r>
            <a:r>
              <a:rPr dirty="0" sz="2800" lang="en-US"/>
              <a:t>elements</a:t>
            </a:r>
          </a:p>
          <a:p>
            <a:r>
              <a:rPr dirty="0" sz="2800" lang="en-US"/>
              <a:t> </a:t>
            </a:r>
            <a:endParaRPr dirty="0" sz="2800" lang="en-IN"/>
          </a:p>
          <a:p>
            <a:r>
              <a:rPr dirty="0" sz="2800" lang="en-IN"/>
              <a:t> CodePen / GitHub Pages :  Hosting and sharing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5"/>
          <p:cNvSpPr/>
          <p:nvPr/>
        </p:nvSpPr>
        <p:spPr>
          <a:xfrm flipV="1">
            <a:off x="8001000" y="5562600"/>
            <a:ext cx="228600" cy="231951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4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9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0" name="object 8"/>
          <p:cNvSpPr txBox="1"/>
          <p:nvPr/>
        </p:nvSpPr>
        <p:spPr>
          <a:xfrm>
            <a:off x="762000" y="473798"/>
            <a:ext cx="8794750" cy="711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71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2" name="TextBox 2"/>
          <p:cNvSpPr txBox="1"/>
          <p:nvPr/>
        </p:nvSpPr>
        <p:spPr>
          <a:xfrm>
            <a:off x="762000" y="1729680"/>
            <a:ext cx="9906000" cy="3863340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Header              :  Name, profile image, and title (Web Developer |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                                Designer | Coder)     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About Me          :  A brief introduction about my passion for web</a:t>
            </a:r>
          </a:p>
          <a:p>
            <a:r>
              <a:rPr dirty="0" sz="2450" lang="en-US"/>
              <a:t>                                      development and my skills.                             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Skills Section     :  Showcasing core skills with badges (HTML , </a:t>
            </a:r>
          </a:p>
          <a:p>
            <a:r>
              <a:rPr dirty="0" sz="2450" lang="en-US"/>
              <a:t>                                      CSS, JavaScript).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Projects Section:  Will include featured projects with descriptions.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Contact Section:  Email, social profiles, or a contact form.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2450" lang="en-US"/>
              <a:t>Navigation         :  A clean and user-friendly menu for smooth movement.</a:t>
            </a:r>
            <a:endParaRPr dirty="0" sz="2450"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762001" y="385444"/>
            <a:ext cx="8153399" cy="698501"/>
          </a:xfrm>
        </p:spPr>
        <p:txBody>
          <a:bodyPr/>
          <a:p>
            <a:r>
              <a:rPr dirty="0" sz="4000" lang="en-IN"/>
              <a:t>FEATURES AND FUNCTIONALITY</a:t>
            </a:r>
          </a:p>
        </p:txBody>
      </p:sp>
      <p:sp>
        <p:nvSpPr>
          <p:cNvPr id="1048674" name="TextBox 4"/>
          <p:cNvSpPr txBox="1"/>
          <p:nvPr/>
        </p:nvSpPr>
        <p:spPr>
          <a:xfrm>
            <a:off x="1447800" y="1443841"/>
            <a:ext cx="7924800" cy="4549140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Responsive design for mobile, tablet, and desktop.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Clean typography and modern color scheme for a professional look.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Clickable skill tags or badges.</a:t>
            </a:r>
          </a:p>
          <a:p>
            <a:endParaRPr dirty="0" sz="2800" lang="en-US"/>
          </a:p>
          <a:p>
            <a:pPr indent="-457200" marL="457200">
              <a:buFont typeface="Wingdings" panose="05000000000000000000" pitchFamily="2" charset="2"/>
              <a:buChar char="Ø"/>
            </a:pPr>
            <a:r>
              <a:rPr dirty="0" sz="2800" lang="en-US"/>
              <a:t>Future-ready — easily extendable to include projects, blog, or contact forms.</a:t>
            </a:r>
            <a:endParaRPr dirty="0" sz="280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76" name="object 3"/>
          <p:cNvSpPr/>
          <p:nvPr/>
        </p:nvSpPr>
        <p:spPr>
          <a:xfrm>
            <a:off x="7176896" y="635268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7" name="object 4"/>
          <p:cNvSpPr/>
          <p:nvPr/>
        </p:nvSpPr>
        <p:spPr>
          <a:xfrm>
            <a:off x="709295" y="2115562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8" name="object 5"/>
          <p:cNvSpPr/>
          <p:nvPr/>
        </p:nvSpPr>
        <p:spPr>
          <a:xfrm>
            <a:off x="6919721" y="6652407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9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7404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80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1" name="TextBox 8"/>
          <p:cNvSpPr txBox="1"/>
          <p:nvPr/>
        </p:nvSpPr>
        <p:spPr>
          <a:xfrm>
            <a:off x="2743200" y="2354703"/>
            <a:ext cx="8534018" cy="1082039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2" name="TextBox 10"/>
          <p:cNvSpPr txBox="1"/>
          <p:nvPr/>
        </p:nvSpPr>
        <p:spPr>
          <a:xfrm>
            <a:off x="2672714" y="2115562"/>
            <a:ext cx="4732782" cy="34442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US"/>
              <a:t>         Successfully deployed a functional and interactive personal portfolio.</a:t>
            </a:r>
          </a:p>
          <a:p>
            <a:r>
              <a:rPr dirty="0" sz="2400" lang="en-US"/>
              <a:t>         Easy for recruiters and collaborators to view skills and projects. </a:t>
            </a:r>
          </a:p>
          <a:p>
            <a:r>
              <a:rPr dirty="0" sz="2400" lang="en-US"/>
              <a:t>(Include actual screenshots of my profile).</a:t>
            </a:r>
            <a:endParaRPr dirty="0" sz="2400" lang="en-IN"/>
          </a:p>
        </p:txBody>
      </p:sp>
      <p:pic>
        <p:nvPicPr>
          <p:cNvPr id="2097166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7898142" y="1127125"/>
            <a:ext cx="2845676" cy="5730875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84" name="object 4"/>
          <p:cNvSpPr/>
          <p:nvPr/>
        </p:nvSpPr>
        <p:spPr>
          <a:xfrm>
            <a:off x="7772400" y="794673"/>
            <a:ext cx="314325" cy="34290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8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86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838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87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8" name="TextBox 7"/>
          <p:cNvSpPr txBox="1"/>
          <p:nvPr/>
        </p:nvSpPr>
        <p:spPr>
          <a:xfrm>
            <a:off x="1409700" y="1676400"/>
            <a:ext cx="7848600" cy="1805940"/>
          </a:xfrm>
          <a:prstGeom prst="rect"/>
          <a:noFill/>
        </p:spPr>
        <p:txBody>
          <a:bodyPr rtlCol="0" wrap="square">
            <a:spAutoFit/>
          </a:bodyPr>
          <a:p>
            <a:pPr indent="-342900" marL="342900">
              <a:buFont typeface="Wingdings" panose="05000000000000000000" pitchFamily="2" charset="2"/>
              <a:buChar char="Ø"/>
            </a:pPr>
            <a:r>
              <a:rPr dirty="0" sz="2000" lang="en-US"/>
              <a:t>The portfolio serves as a digital resume and showcase of my work.</a:t>
            </a:r>
          </a:p>
          <a:p>
            <a:endParaRPr dirty="0" sz="2000" lang="en-US"/>
          </a:p>
          <a:p>
            <a:pPr indent="-342900" marL="342900">
              <a:buFont typeface="Wingdings" panose="05000000000000000000" pitchFamily="2" charset="2"/>
              <a:buChar char="Ø"/>
            </a:pPr>
            <a:r>
              <a:rPr dirty="0" sz="2000" lang="en-US"/>
              <a:t>Combines modern web design principles with a personal touch.</a:t>
            </a:r>
          </a:p>
          <a:p>
            <a:endParaRPr dirty="0" sz="2000" lang="en-US"/>
          </a:p>
          <a:p>
            <a:pPr indent="-342900" marL="342900">
              <a:buFont typeface="Wingdings" panose="05000000000000000000" pitchFamily="2" charset="2"/>
              <a:buChar char="Ø"/>
            </a:pPr>
            <a:r>
              <a:rPr dirty="0" sz="2000" lang="en-US"/>
              <a:t>Helps stand out in academic and professional opportunities.</a:t>
            </a:r>
            <a:endParaRPr dirty="0" sz="2000" lang="en-IN"/>
          </a:p>
        </p:txBody>
      </p:sp>
      <p:sp>
        <p:nvSpPr>
          <p:cNvPr id="1048689" name="TextBox 12"/>
          <p:cNvSpPr txBox="1"/>
          <p:nvPr/>
        </p:nvSpPr>
        <p:spPr>
          <a:xfrm>
            <a:off x="761194" y="3974266"/>
            <a:ext cx="2019300" cy="7137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3600" i="1" lang="en-US"/>
              <a:t>GITHUB</a:t>
            </a:r>
            <a:r>
              <a:rPr dirty="0" sz="3600" lang="en-US"/>
              <a:t>:</a:t>
            </a:r>
            <a:endParaRPr dirty="0" sz="3600" lang="en-IN"/>
          </a:p>
        </p:txBody>
      </p:sp>
      <p:sp>
        <p:nvSpPr>
          <p:cNvPr id="1048710" name=""/>
          <p:cNvSpPr txBox="1"/>
          <p:nvPr/>
        </p:nvSpPr>
        <p:spPr>
          <a:xfrm>
            <a:off x="2182089" y="4802505"/>
            <a:ext cx="6225266" cy="1082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https://github.com/vkirthiga77-sudo/TNSDC-FWD-Digitalportfolio.git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Pavithra Venkatesan</cp:lastModifiedBy>
  <dcterms:created xsi:type="dcterms:W3CDTF">2024-03-29T04:07:22Z</dcterms:created>
  <dcterms:modified xsi:type="dcterms:W3CDTF">2025-09-09T06:09:57Z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a85e797029724f689674f95b713d47e7</vt:lpwstr>
  </property>
</Properties>
</file>